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3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6DDE6-7C31-88C2-6067-2C0661245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7D6812-405C-EBF8-9AA7-173C04191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38D34-CB13-181A-E433-0F7BE0C9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E232-C29C-4E96-9405-D80F8E81226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01ACA-24C4-2DF5-06A4-65C368C10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B4A26-C7E4-3F09-349E-3FB9F0B9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6746-C364-4AF3-AFC8-FA62E24ED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795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BB599-AC74-F6B9-AAD0-46706AEA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8A501-FF6F-CBF0-B669-1461DD33A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73E76-4E2F-C525-A5B6-930140BC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E232-C29C-4E96-9405-D80F8E81226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22A80-DF1A-936E-D920-81EF4664D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8EC47-509C-B883-6D91-F12D42588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6746-C364-4AF3-AFC8-FA62E24ED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878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4499-7A25-8D2B-C747-076DF2CBC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DE8D7-985A-F7CD-7244-D831948B1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0130E-C57A-688A-3922-D19D4D6B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E232-C29C-4E96-9405-D80F8E81226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0C902-D0C5-8689-1B3C-850FE86D3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C6F8E-4F6C-EA9A-7CC2-861C3C7C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6746-C364-4AF3-AFC8-FA62E24ED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53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4F7-C43B-B1E2-15CF-205089FD7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A89F2-F9B7-2070-AC09-1DE8E0EB8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9A080-4883-AF17-E5DC-36C004953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7421CA-B42A-89B7-C9E0-2C2C54ABD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E232-C29C-4E96-9405-D80F8E81226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D5A29-0F5B-9AB7-0718-C1AF11F9D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2369E-F2B7-0B3C-4B6E-89D919BC4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6746-C364-4AF3-AFC8-FA62E24ED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121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D5CF1-2B91-1F7D-A970-62CF11169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F1638-BE97-E5BB-E3B8-FEE39EAC1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25DEB-AF6E-4FC1-106F-DF2841CF1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612579-DE9D-8380-AB6E-5B1974F96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2FC6B-9CCE-18DF-9C8A-3FE40D28C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0AD3FD-B4EF-0E99-A858-D9E6CBFE6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E232-C29C-4E96-9405-D80F8E81226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5E13A6-D6C5-374A-5544-20E9C0F04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741845-2BE7-77CC-DD62-A5BEF454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6746-C364-4AF3-AFC8-FA62E24ED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02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50856-CC59-D2CD-DCA2-95CAFC0DC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984146-C0D0-D913-19A7-1C904991C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E232-C29C-4E96-9405-D80F8E81226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543A3-713D-F444-FCDA-805D0C52C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1005E-318E-B854-A13B-4F2E96C08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6746-C364-4AF3-AFC8-FA62E24ED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871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798093-3E0B-DE40-70FE-8D194F30B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E232-C29C-4E96-9405-D80F8E81226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D23EE1-6884-A0F0-2E60-DA1E45219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84641-C576-EE2D-5BC2-A0DFD7642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6746-C364-4AF3-AFC8-FA62E24ED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34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F3901-7F21-8C92-027F-0DA63BD8C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D2B1F-9B24-B131-EC8A-2FDFC5C6A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6CF2B-4CC3-87F4-2EBD-F887B3521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85283-19C2-EA18-F056-09D2196C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E232-C29C-4E96-9405-D80F8E81226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5C2EC-BCAA-5876-2692-240A63288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29178-F0EA-14C8-5FA7-F6971BF8D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6746-C364-4AF3-AFC8-FA62E24ED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10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85906-48D5-640B-586B-DC3E4BD11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72E841-53EF-1BA4-5CAB-D434AD60412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9102B4-27AD-756A-9089-667A319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C7C2E-97D9-9ACC-C427-295E37C18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E232-C29C-4E96-9405-D80F8E81226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846C4-D96B-D3CE-8A7F-DEFAB4C1C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94F09-7E26-CD44-FCD6-08CE4ACDE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6746-C364-4AF3-AFC8-FA62E24ED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31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87F01-0EEC-1FD4-F12D-123070C6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B1974C-F6AB-9CF5-EC5C-1F034C259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795A2-95D4-5FAB-9F1E-3D361FF63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E232-C29C-4E96-9405-D80F8E81226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590D7-B061-FA50-8C2A-5F529EEDC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D3B11-FD72-9667-3C44-28249E697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6746-C364-4AF3-AFC8-FA62E24ED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26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60FFD2-56A7-4DEE-83ED-07EFF6BB7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F9E56-4BA2-C841-C9E2-96CDDBAB8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9B49C-DAFF-52F7-B684-9C5191D70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E232-C29C-4E96-9405-D80F8E81226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2E3CC-FB3D-B970-389B-B628EAF85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F4775-8F60-F55C-31BD-0F44E016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6746-C364-4AF3-AFC8-FA62E24ED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31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0BF921-0F00-1BB1-D085-01AE3932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C58EC-9E61-BB68-486D-6CE3F3565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160C2-612C-2383-C342-1CCED4C066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2E232-C29C-4E96-9405-D80F8E81226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8849D-5009-AD9E-5A71-F1D8BCAEF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B78D9-62A4-EDDB-9AB3-8CF2905B6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6746-C364-4AF3-AFC8-FA62E24ED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6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4FF3989C-1060-0EC0-192D-73F33F86F119}"/>
              </a:ext>
            </a:extLst>
          </p:cNvPr>
          <p:cNvSpPr txBox="1"/>
          <p:nvPr/>
        </p:nvSpPr>
        <p:spPr>
          <a:xfrm>
            <a:off x="381000" y="127000"/>
            <a:ext cx="11430000" cy="5080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r>
              <a:rPr lang="en-US" sz="1600"/>
              <a:t>8. Line spacing 1.5, text ends with an empty paragraph - left box fits exactly, right box is 75 percent of that height</a:t>
            </a:r>
          </a:p>
        </p:txBody>
      </p:sp>
      <p:sp>
        <p:nvSpPr>
          <p:cNvPr id="3" name="fits">
            <a:extLst>
              <a:ext uri="{FF2B5EF4-FFF2-40B4-BE49-F238E27FC236}">
                <a16:creationId xmlns:a16="http://schemas.microsoft.com/office/drawing/2014/main" id="{0A0D63B3-52D3-8C3C-8B78-08D918E8DBCD}"/>
              </a:ext>
            </a:extLst>
          </p:cNvPr>
          <p:cNvSpPr txBox="1"/>
          <p:nvPr/>
        </p:nvSpPr>
        <p:spPr>
          <a:xfrm>
            <a:off x="508000" y="889000"/>
            <a:ext cx="3556000" cy="2239844"/>
          </a:xfrm>
          <a:prstGeom prst="rect">
            <a:avLst/>
          </a:prstGeom>
          <a:noFill/>
          <a:ln>
            <a:solidFill>
              <a:srgbClr val="A0A0A0"/>
            </a:solidFill>
          </a:ln>
        </p:spPr>
        <p:txBody>
          <a:bodyPr vert="horz"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/>
              <a:t>First line</a:t>
            </a:r>
          </a:p>
          <a:p>
            <a:pPr>
              <a:lnSpc>
                <a:spcPct val="150000"/>
              </a:lnSpc>
            </a:pPr>
            <a:r>
              <a:rPr lang="en-US" sz="2400"/>
              <a:t>Second line</a:t>
            </a:r>
          </a:p>
          <a:p>
            <a:pPr>
              <a:lnSpc>
                <a:spcPct val="150000"/>
              </a:lnSpc>
            </a:pPr>
            <a:r>
              <a:rPr lang="en-US" sz="2400"/>
              <a:t>Third line</a:t>
            </a:r>
          </a:p>
          <a:p>
            <a:pPr>
              <a:lnSpc>
                <a:spcPct val="150000"/>
              </a:lnSpc>
            </a:pPr>
            <a:endParaRPr lang="en-US" sz="2400"/>
          </a:p>
          <a:p>
            <a:pPr>
              <a:lnSpc>
                <a:spcPct val="150000"/>
              </a:lnSpc>
            </a:pPr>
            <a:r>
              <a:rPr lang="en-US" sz="2400"/>
              <a:t>Added line</a:t>
            </a:r>
          </a:p>
        </p:txBody>
      </p:sp>
      <p:sp>
        <p:nvSpPr>
          <p:cNvPr id="4" name="shrunk">
            <a:extLst>
              <a:ext uri="{FF2B5EF4-FFF2-40B4-BE49-F238E27FC236}">
                <a16:creationId xmlns:a16="http://schemas.microsoft.com/office/drawing/2014/main" id="{3DBDE518-32B6-2267-05CE-8E44BCE6F587}"/>
              </a:ext>
            </a:extLst>
          </p:cNvPr>
          <p:cNvSpPr txBox="1"/>
          <p:nvPr/>
        </p:nvSpPr>
        <p:spPr>
          <a:xfrm>
            <a:off x="4572000" y="889001"/>
            <a:ext cx="3556000" cy="1679883"/>
          </a:xfrm>
          <a:prstGeom prst="rect">
            <a:avLst/>
          </a:prstGeom>
          <a:noFill/>
          <a:ln>
            <a:solidFill>
              <a:srgbClr val="A0A0A0"/>
            </a:solidFill>
          </a:ln>
        </p:spPr>
        <p:txBody>
          <a:bodyPr vert="horz"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/>
              <a:t>First line</a:t>
            </a:r>
          </a:p>
          <a:p>
            <a:pPr>
              <a:lnSpc>
                <a:spcPct val="150000"/>
              </a:lnSpc>
            </a:pPr>
            <a:r>
              <a:rPr lang="en-US" sz="2400"/>
              <a:t>Second line</a:t>
            </a:r>
          </a:p>
          <a:p>
            <a:pPr>
              <a:lnSpc>
                <a:spcPct val="150000"/>
              </a:lnSpc>
            </a:pPr>
            <a:r>
              <a:rPr lang="en-US" sz="2400"/>
              <a:t>Third line</a:t>
            </a:r>
          </a:p>
          <a:p>
            <a:pPr>
              <a:lnSpc>
                <a:spcPct val="150000"/>
              </a:lnSpc>
            </a:pPr>
            <a:endParaRPr lang="en-US" sz="2400"/>
          </a:p>
          <a:p>
            <a:pPr>
              <a:lnSpc>
                <a:spcPct val="150000"/>
              </a:lnSpc>
            </a:pPr>
            <a:r>
              <a:rPr lang="en-US" sz="2400"/>
              <a:t>Added line</a:t>
            </a:r>
          </a:p>
        </p:txBody>
      </p:sp>
    </p:spTree>
    <p:extLst>
      <p:ext uri="{BB962C8B-B14F-4D97-AF65-F5344CB8AC3E}">
        <p14:creationId xmlns:p14="http://schemas.microsoft.com/office/powerpoint/2010/main" val="863373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title that is much too long to fit on one line of the title placeholder at its size Added 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Caolan Minogue</dc:creator>
  <cp:lastModifiedBy>Caolan Minogue</cp:lastModifiedBy>
  <cp:revision>2</cp:revision>
  <dcterms:created xsi:type="dcterms:W3CDTF">2026-10-08T14:38:34Z</dcterms:created>
  <dcterms:modified xsi:type="dcterms:W3CDTF">2026-10-08T14:38:52Z</dcterms:modified>
</cp:coreProperties>
</file>