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Four"/>
    <p:sldId id="259" r:id="rId4"/>
    <p:sldId id="261" r:id="rId5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6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4" Type="http://schemas.openxmlformats.org/officeDocument/2006/relationships/slide" Target="slides/slide3.xml"/><Relationship Id="rId14" Type="http://schemas.openxmlformats.org/officeDocument/2006/relationships/theme" Target="theme/theme1.xml"/><Relationship Id="rIdFour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47455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84595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46154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80214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54319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755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4071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306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80569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33647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33499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85534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Autofit and line spacing test: 1.5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  <a:spcBef>
                <a:spcPts val="2000"/>
              </a:spcBef>
              <a:spcAft>
                <a:spcPts val="2000"/>
              </a:spcAft>
            </a:pPr>
            <a:r>
              <a:rPr lang="hu-HU" dirty="0" smtClean="0"/>
              <a:t>One</a:t>
            </a:r>
          </a:p>
          <a:p>
            <a:pPr>
              <a:lnSpc>
                <a:spcPct val="150000"/>
              </a:lnSpc>
              <a:spcBef>
                <a:spcPts val="2000"/>
              </a:spcBef>
              <a:spcAft>
                <a:spcPts val="2000"/>
              </a:spcAft>
            </a:pPr>
            <a:r>
              <a:rPr lang="hu-HU" dirty="0" smtClean="0"/>
              <a:t>Two</a:t>
            </a:r>
          </a:p>
          <a:p>
            <a:pPr>
              <a:lnSpc>
                <a:spcPct val="150000"/>
              </a:lnSpc>
              <a:spcBef>
                <a:spcPts val="2000"/>
              </a:spcBef>
              <a:spcAft>
                <a:spcPts val="2000"/>
              </a:spcAft>
            </a:pPr>
            <a:r>
              <a:rPr lang="hu-HU" dirty="0" smtClean="0"/>
              <a:t>Three</a:t>
            </a:r>
          </a:p>
          <a:p>
            <a:pPr>
              <a:lnSpc>
                <a:spcPct val="150000"/>
              </a:lnSpc>
              <a:spcBef>
                <a:spcPts val="2000"/>
              </a:spcBef>
              <a:spcAft>
                <a:spcPts val="2000"/>
              </a:spcAft>
            </a:pPr>
            <a:r>
              <a:rPr lang="hu-HU" dirty="0" smtClean="0"/>
              <a:t>Four. Add one more paragraph – Line spacing becomes </a:t>
            </a:r>
            <a:r>
              <a:rPr lang="hu-HU" dirty="0" smtClean="0"/>
              <a:t>1.3</a:t>
            </a:r>
          </a:p>
          <a:p>
            <a:pPr>
              <a:lnSpc>
                <a:spcPct val="150000"/>
              </a:lnSpc>
              <a:spcBef>
                <a:spcPts val="2000"/>
              </a:spcBef>
              <a:spcAft>
                <a:spcPts val="2000"/>
              </a:spcAft>
            </a:pPr>
            <a:r>
              <a:rPr lang="hu-HU" dirty="0" smtClean="0"/>
              <a:t>five</a:t>
            </a:r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Autofit </a:t>
            </a:r>
            <a:r>
              <a:rPr lang="hu-HU" dirty="0" smtClean="0"/>
              <a:t>and 20pt </a:t>
            </a:r>
            <a:r>
              <a:rPr lang="hu-HU" dirty="0"/>
              <a:t>before-after, </a:t>
            </a:r>
            <a:r>
              <a:rPr lang="hu-HU" dirty="0" smtClean="0"/>
              <a:t>line spacing test: Double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  <a:spcBef>
                <a:spcPts val="2000"/>
              </a:spcBef>
              <a:spcAft>
                <a:spcPts val="2000"/>
              </a:spcAft>
            </a:pPr>
            <a:r>
              <a:rPr lang="hu-HU" dirty="0" smtClean="0"/>
              <a:t>One</a:t>
            </a:r>
          </a:p>
          <a:p>
            <a:pPr>
              <a:lnSpc>
                <a:spcPct val="200000"/>
              </a:lnSpc>
              <a:spcBef>
                <a:spcPts val="2000"/>
              </a:spcBef>
              <a:spcAft>
                <a:spcPts val="2000"/>
              </a:spcAft>
            </a:pPr>
            <a:r>
              <a:rPr lang="hu-HU" dirty="0" smtClean="0"/>
              <a:t>Two</a:t>
            </a:r>
          </a:p>
          <a:p>
            <a:pPr>
              <a:lnSpc>
                <a:spcPct val="200000"/>
              </a:lnSpc>
              <a:spcBef>
                <a:spcPts val="2000"/>
              </a:spcBef>
              <a:spcAft>
                <a:spcPts val="2000"/>
              </a:spcAft>
            </a:pPr>
            <a:r>
              <a:rPr lang="hu-HU" dirty="0" smtClean="0"/>
              <a:t>Three. Add one paragraph -&gt; Line spacing becomes 1.8</a:t>
            </a:r>
          </a:p>
        </p:txBody>
      </p:sp>
    </p:spTree>
    <p:extLst>
      <p:ext uri="{BB962C8B-B14F-4D97-AF65-F5344CB8AC3E}">
        <p14:creationId xmlns:p14="http://schemas.microsoft.com/office/powerpoint/2010/main" val="2694574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Autofit and line spacing test: 1.5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2000"/>
              </a:spcBef>
              <a:spcAft>
                <a:spcPts val="2000"/>
              </a:spcAft>
            </a:pPr>
            <a:r>
              <a:rPr lang="hu-HU" dirty="0" smtClean="0"/>
              <a:t>One</a:t>
            </a:r>
          </a:p>
          <a:p>
            <a:pPr>
              <a:lnSpc>
                <a:spcPct val="150000"/>
              </a:lnSpc>
              <a:spcBef>
                <a:spcPts val="2000"/>
              </a:spcBef>
              <a:spcAft>
                <a:spcPts val="2000"/>
              </a:spcAft>
            </a:pPr>
            <a:r>
              <a:rPr lang="hu-HU" dirty="0" smtClean="0"/>
              <a:t>Two</a:t>
            </a:r>
          </a:p>
          <a:p>
            <a:pPr>
              <a:lnSpc>
                <a:spcPct val="150000"/>
              </a:lnSpc>
              <a:spcBef>
                <a:spcPts val="2000"/>
              </a:spcBef>
              <a:spcAft>
                <a:spcPts val="2000"/>
              </a:spcAft>
            </a:pPr>
            <a:r>
              <a:rPr lang="hu-HU" dirty="0" smtClean="0"/>
              <a:t>Three</a:t>
            </a:r>
          </a:p>
          <a:p>
            <a:pPr>
              <a:lnSpc>
                <a:spcPct val="150000"/>
              </a:lnSpc>
              <a:spcBef>
                <a:spcPts val="2000"/>
              </a:spcBef>
              <a:spcAft>
                <a:spcPts val="2000"/>
              </a:spcAft>
            </a:pPr>
            <a:r>
              <a:rPr lang="hu-HU" dirty="0" smtClean="0"/>
              <a:t>Four. Add one more paragraph – Line spacing becomes </a:t>
            </a:r>
            <a:r>
              <a:rPr lang="hu-HU" dirty="0" smtClean="0"/>
              <a:t>1.3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787</TotalTime>
  <Words>270</Words>
  <Application>Microsoft Office PowerPoint</Application>
  <PresentationFormat>Widescreen</PresentationFormat>
  <Paragraphs>76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Autofit and line spacing test: default 0.9</vt:lpstr>
      <vt:lpstr>Autofit and line spacing test: Single</vt:lpstr>
      <vt:lpstr>Autofit and line spacing test: 1.5</vt:lpstr>
      <vt:lpstr>Autofit and 20pt before-after, line spacing test: Double</vt:lpstr>
      <vt:lpstr>Autofit and 10pt before, line spacing test: Double</vt:lpstr>
      <vt:lpstr>Autofit and 0pt before-after, line spacing test: Double</vt:lpstr>
      <vt:lpstr>Autofit and 20pt before-after, line spacing test: Multiple 0.5</vt:lpstr>
      <vt:lpstr>Autofit and 0pt before-after, line spacing test: Multiple 0.5</vt:lpstr>
      <vt:lpstr>Autofit and 10pt before-after, line spacing test: Multiple 1.7</vt:lpstr>
      <vt:lpstr>Autofit and line spacing test: Exactly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Gábor Kelemen2010</dc:creator>
  <cp:lastModifiedBy>Gábor Kelemen2010</cp:lastModifiedBy>
  <cp:revision>13</cp:revision>
  <dcterms:created xsi:type="dcterms:W3CDTF">2024-10-22T16:56:41Z</dcterms:created>
  <dcterms:modified xsi:type="dcterms:W3CDTF">2024-10-23T22:58:01Z</dcterms:modified>
</cp:coreProperties>
</file>